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DA5A0"/>
                </a:solidFill>
                <a:latin typeface="Calibri"/>
              </a:rPr>
              <a:t>CLOUD COMPUTING – II  ·  UNIT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Infrastructure as Code</a:t>
            </a:r>
          </a:p>
          <a:p>
            <a:pPr algn="l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(IaC)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Complete classroom deck  ·  Syllabus topics with subtopics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Overview  ·  Terraform / CloudFormation / Ansible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Configuration Management  ·  Workflow  ·  Versioning &amp;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FIT &amp; CS  ·  Parul University  ·  Weightage 20%  ·  10 hours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By the end of Unit III you should be able to…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1417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Define IaC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Explain why code beats console click-ops for cloud infrastructure.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80160"/>
            <a:ext cx="91440" cy="14173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3898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Compare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7373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vs CloudFormation vs Ansible — purpose, language, cloud, approach.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803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880360"/>
            <a:ext cx="91440" cy="14173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9900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Split layers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3375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Provisioning creates resources; configuration management installs software.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8803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880360"/>
            <a:ext cx="91440" cy="1417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9900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Run the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3375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Write → Git → Review → Plan → Apply → Verify — and why plan matters.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4805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480560"/>
            <a:ext cx="91440" cy="1417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5902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Scale safely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9377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Version infra in Git; parameterise capacity; promote Dev → Staging → Prod.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48056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480560"/>
            <a:ext cx="91440" cy="14173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5902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Link to DR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49377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Backups restore data; IaC rebuilds the system shape (Unit II connection).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Unit III Syllabus —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Five syllabus topics  ·  each expanded with subtopics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822960" cy="7772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4630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Overview of Infrastructure as Code (IaC)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488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822960" cy="7772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377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Tools for IaC — Terraform, AWS CloudFormation, Ansible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632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63240"/>
            <a:ext cx="822960" cy="7772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91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2918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Configuration Management &amp; Automation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77639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977639"/>
            <a:ext cx="822960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062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0623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Writing &amp; Managing Infrastructure as Code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89204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892040"/>
            <a:ext cx="822960" cy="7772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120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1206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Best Practices for Versioning &amp; Scaling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Overview of Infrastructure as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Definition &amp; what counts as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Problems with manual / console provisioning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Benefits, imperative vs declarative, idempotence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Drift, source of truth, link to Units I–II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1.1  What is Infrastructure as Code?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Exam one-liner + full meaning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3716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Definition (write this)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Managing and provisioning computing infrastructure through machine-readable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definition files — not by clicking a cloud console or typing one-off commands.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Treat infrastructure like application code: versioned, reviewed, tested, automated.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8892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788920"/>
            <a:ext cx="91440" cy="32004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89864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Traditional 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246120"/>
            <a:ext cx="5166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Open GCP / AWS console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Click Create VM / firewall / LB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Hope you remember every setting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Hard to repeat for Dev / Prod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Slow after a disaster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788920"/>
            <a:ext cx="56235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788920"/>
            <a:ext cx="91440" cy="32004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8986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IaC 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24612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Write a file describing desired resources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Store it in Git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Run Terraform / CloudFormation / 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Same file recreates the stack anytime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Plan → Apply → Verify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1.2  What counts as “infrastructure”?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More than just virtual machines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VPC, subnets, routes, firewalls, NAT, DNS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a cloud API can create it,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can usually declare it in IaC.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91440" cy="2148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73736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VMs, MIG / ASG, GKE clusters, serverless hooks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a cloud API can create it,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can usually declare it in IaC.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91440" cy="2148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Storage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73736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Disks, buckets, Cloud SQL / RDS, backup flags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a cloud API can create it,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can usually declare it in IaC.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91440" cy="2148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Security / IAM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1148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Service accounts, roles, bindings, keys (careful)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a cloud API can create it,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can usually declare it in IaC.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657600"/>
            <a:ext cx="91440" cy="21488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Load balancing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1148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HTTP(S) LB, backends, health checks, CDN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a cloud API can create it,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can usually declare it in IaC.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65760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41148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Log sinks, alert policies (common in orgs)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a cloud API can create it,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can usually declare it in IaC.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1.3  Why Unit III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Course story arc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3703320" cy="6400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Unit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What does good cloud design look like?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Principles &amp; Well-Architected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703320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Unit 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What if it fails? How fast can we recover?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DR · RTO · RPO · backups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371600"/>
            <a:ext cx="37033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371600"/>
            <a:ext cx="3703320" cy="6400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Unit 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9" y="228600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How do we create &amp; recreate it reliably?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42062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IaC · tools · CM ·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1.4  Snowflake servers &amp; console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Why manual provisioning fails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2344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Snowflake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 machine configured by hand for months — special packages, one-off fixes,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undocumented tweaks. Nobody can recreate it. If it dies, the project dies with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69748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697480"/>
            <a:ext cx="91440" cy="15544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807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Click-ops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1546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Steps live in memory / screenshots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69748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697480"/>
            <a:ext cx="91440" cy="15544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2807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Environment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1546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Dev ≠ Prod firewalls &amp; sizes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269748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2697480"/>
            <a:ext cx="91440" cy="1554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2807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Forgotten resources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7" y="31546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Orphan VMs → surprise bills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43484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434840"/>
            <a:ext cx="91440" cy="15544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4544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Slow DR rebuild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RTO balloons after zone loss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43484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434840"/>
            <a:ext cx="91440" cy="155448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8848" y="4544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No peer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Open ports go live unnoticed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4434840"/>
            <a:ext cx="37033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4434840"/>
            <a:ext cx="91440" cy="15544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7" y="4544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Scaling pain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7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50 identical VMs by hand = chaos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1.5  Benefits of IaC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Expand each point in 7-mark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89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Repeatability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3736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Same definition → same environment shape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280160"/>
            <a:ext cx="91440" cy="2148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389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Version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173736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Git shows who changed what and why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91440" cy="2148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389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73736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CI/CD plans and applies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28016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280160"/>
            <a:ext cx="91440" cy="2148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389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Fewer 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73736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Less missed checkboxes &amp; typos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657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Living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11480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The repo IS the architecture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657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3657600"/>
            <a:ext cx="91440" cy="2148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300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Faster DR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411480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Re-apply stack from Git (Unit II)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657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657600"/>
            <a:ext cx="91440" cy="2148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Collaboration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11480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PRs for infrastructure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3657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3657600"/>
            <a:ext cx="91440" cy="2148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45168" y="3767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Auditability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4114800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Reviewable desired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1.6  Imperative vs Declarative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High-value exam distinction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36576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Imperative — 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Ordered steps / commands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Example: gcloud compute instances create 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Bash scripts that always “create”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Re-run may duplicate unless you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carefully code “if exists, skip”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You are the orchestrator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36576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Declarative — 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Declare desired end 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Example: Terraform / CloudFormation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Tool computes create/update/delete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1st apply creates; 2nd apply is quiet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Change count 2→5 → tool adds 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The tool converges to the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12064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193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Exam tip: Terraform &amp; CloudFormation are declarative; Ansible playbooks are task-oriented.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1.7  Idempotence, drift &amp;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Must-know vocabulary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37033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4805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Idempotent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Apply twice → same final 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Good: package state=present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Bad: echo &gt;&gt; file every run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Safe re-runs after partial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7033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91440" cy="44805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6916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Actual cloud ≠ desired in Git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Often from emergency console edits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Fix: re-apply code, OR update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code to include the real fix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3444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91440" cy="44805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Source of truth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69164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Git holds desired 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Console is not the blueprint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Emergency click → update IaC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immediately afterward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1.8  Provisioning vs configuration (preview)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Full detail in Topic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577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38404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Infrastructure provisioning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5257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Create cloud resources via APIs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VM, VPC, disk, LB, managed DB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Tools: Terraform, CloudFormation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“Build the house”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53212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91440" cy="38404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89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Configuration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73736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Install/configure software on servers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Packages, app, users, services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Tools: Ansible, startup scripts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“Furnish the rooms”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39496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Memory hook: Terraform builds the house; Ansible furnishes the rooms.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Tools for IaC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Master comparison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Terraform deep dive (HCL, state, plan/apply)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AWS CloudFormation (templates, stacks, change sets)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Ansible (playbooks, agentless SSH, CM focus)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2.1  Master comparison (memorise)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Purpose · language · cloud ·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80160"/>
            <a:ext cx="11430000" cy="502920"/>
          </a:xfrm>
          <a:prstGeom prst="roundRect">
            <a:avLst>
              <a:gd name="adj" fmla="val 8000"/>
            </a:avLst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3898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389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96596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965960"/>
            <a:ext cx="109728" cy="914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Terraform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Provision infra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HCL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Multi-cloud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240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Declarative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01752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017520"/>
            <a:ext cx="109728" cy="9144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91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CloudFormation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291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Provision AWS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JSON / 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AWS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291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Declarative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069079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069079"/>
            <a:ext cx="109728" cy="9144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433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Ansible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434339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Configure hosts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3433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YAML playbooks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43433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Multi / on-prem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34339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Task / procedural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39496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Extra viva: Deployment Manager (GCP), Pulumi, Azure Bicep — know names.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2.2  Terraform — what &amp;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HashiCorp · multi-cloud · plan/apply culture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54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Core building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Provider — plugin for a cloud API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Resource — thing you create/manage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Variable — inputs (region, count)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Output — values after apply (LB IP)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Module — reusable package of resources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State — maps code ↔ real cloud 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7548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Essential commands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init — providers / backend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fmt / validate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plan — preview (no change)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apply — execute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destroy — tear down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output — print outputs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2.3  Terraform state &amp;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Why teams use remote state + locking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280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Lifecycle of a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Edit .tf → fmt/validate → plan → human reviews plan → apply → verify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743200"/>
            <a:ext cx="55778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91440" cy="32004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85292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Local state (laptop)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200400"/>
            <a:ext cx="5257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OK for personal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Risky for teams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Lost laptop → lost mapping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Two applies can race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43200"/>
            <a:ext cx="553212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743200"/>
            <a:ext cx="91440" cy="32004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8529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Remote state (GCS / S3)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20040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Shared, durable source of mapping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Locking = one apply at a 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Restrict who can read 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State may hold sensitive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2.4  Terraform — conceptual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Exam: show you can sketch a resource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54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Firewall (lab style)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resource "google_compute_firewall" "fw_fe" {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name    = "fw-fe"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network = "default"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allow { protocol = "tcp"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        ports = ["8080"] }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target_tags = ["frontend"]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7548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Lab → resource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VM → google_compute_instance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Firewall → google_compute_firewall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Template / MIG → instance_template /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             instance_group_manager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GKE → google_container_cluster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Bucket → google_storage_bucket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 SQL → google_sql_database_instance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2.5  AWS CloudFormation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AWS-native IaC — templates, stacks, change 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54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Key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Template — YAML/JSON file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Stack — deployed resource group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Change set — preview updates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Nested stack — modularity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91440" cy="47548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69164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Deep AWS coverage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First-party AWS 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 separate state file you manage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Fits AWS-only enterprises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3444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91440" cy="47548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691640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AWS only — not multi-cloud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Huge templates get hard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Multi-cloud orgs often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standardise on Terraform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2.6  CloudFormation — conceptual snippet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S3 bucket in a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113385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4114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YAML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11018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AWSTemplateFormatVersion: "2010-09-09"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Resources: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WebBucket: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  Type: AWS::S3::Bucket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  Properties: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    BucketName: my-cc2-demo-bucket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    VersioningConfiguration: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      Status: Enabled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57784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650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Larger stacks also declare VPC, EC2, Security Groups, Load Balancers…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2.7  Ansible — configuration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Agentless · YAML playbooks · often SSH push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548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Vocabulary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Inventory — hosts / groups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Playbook — YAML plays &amp; tasks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Module — apt, copy, service, user…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Role — reusable task bundle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Handler — e.g. restart nginx once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7548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Where it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/ CFN create the VM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Ansible installs packages &amp; 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Complements — not pure rivals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Startup scripts = same idea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expressed as Bash instead of YAML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2.8  Ansible — conceptual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Idempotent server setup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54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Configure frontend hosts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- name: Install Node.js    →  apt: name=[nodejs,npm] state=present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- name: Ensure app user    →  user: name=nodeapp state=present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- name: Deploy app files   →  copy: src=./app/ dest=/opt/app/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- name: Ensure service up  →  service: name=myapp state=started enabled=true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Re-run safely: modules aim for idempotence (present / started).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2.9  Choosing a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Decision guide for exams &amp; labs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990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Multi-cloud provisioning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399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6FB5"/>
                </a:solidFill>
                <a:latin typeface="Calibri"/>
              </a:rPr>
              <a:t>Terraform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762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AWS-only native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76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CloudFormation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535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Configure OS / app on VMs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953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6A4C"/>
                </a:solidFill>
                <a:latin typeface="Calibri"/>
              </a:rPr>
              <a:t>Ansible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3075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GCP lab / Practical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730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Terraform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4340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50799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Create + configure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5079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A5F"/>
                </a:solidFill>
                <a:latin typeface="Calibri"/>
              </a:rPr>
              <a:t>Terraform + Ansible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852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K8s app deploy (Unit IV)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2852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6FB5"/>
                </a:solidFill>
                <a:latin typeface="Calibri"/>
              </a:rPr>
              <a:t>YAML / Helm (declarative)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Configuration Management &amp;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CM definition &amp;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Provisioning vs configuration (exam gold)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Ansible / Chef / Puppet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8-step automated server setup + Fancy Store parallel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3.1  What is Configuration Management?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Keep software &amp; settings in desired 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113385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91440" cy="20116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48132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828800"/>
            <a:ext cx="11018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Configuration Management maintains a system’s software and settings in a known,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desired state — packages, files, services, users — usually through automation,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not endless manual SSH.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657600"/>
            <a:ext cx="11338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657600"/>
            <a:ext cx="91440" cy="21945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76732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Goal in one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114800"/>
            <a:ext cx="11018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Every server of the same role looks the same — and stays that way.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Without CM → drift, slow scale-out, fragile DR, security gaps on one host.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3.2  Provisioning vs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MiD1 Q.11 favourite — nail this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54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Infrastructure provisioning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Question: What cloud resources exist?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Examples: VPC, VM, disk, firewall,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LB, Cloud SQL instance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Tools: Terraform, CloudFormation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Timing: cloud control-plane APIs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Blank VM created = provisioning 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7548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Software configuration (CM)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Question: What runs on the machine?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Examples: apt packages, Node.js,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app files, nginx.conf, systemd, users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Tools: Ansible, Chef, Puppet,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startup scripts / cloud-init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Timing: after OS/VM exists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App serving traffic = CM done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3.3  Why automation beats manual SSH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Real operational pain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109728" cy="9601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Friday hotfix on server-3 never copied to 1 &amp;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231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23160"/>
            <a:ext cx="109728" cy="9601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560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Slow scale-out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Cannot confidently add 25 nodes before a sale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109728" cy="9601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Fragile 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Rebuild steps live in chat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09160"/>
            <a:ext cx="112471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109728" cy="9601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46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Security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One host missing the hardening checklist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3.4  CM tools &amp; push vs pull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Syllabus focus: Ansible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548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Tool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Ansible — SSH push; agentless; YAML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Chef — recipes; often pull client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Puppet — manifests; classic 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Salt — remote execution at scale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cloud-init — first-boot from metadata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For CC-II written exams: emphasise Ansible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7548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Push vs Pull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Push (common Ansible):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Control node connects and pushes config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Pull (some Chef/Puppet):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Each node periodically fetches desired state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 line: Ansible typically uses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 push model over SSH and is agentless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3.5  Eight-step automated server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Memorise this ladder for Q.11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109728" cy="9601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1  Update packages / install base OS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109728" cy="9601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2  Install runtime (Node.js, Java, Python…)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37744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377440"/>
            <a:ext cx="109728" cy="9601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51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3  Create dedicated non-root app user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37744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377440"/>
            <a:ext cx="109728" cy="9601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651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4  Pull code / artifacts (Git, GCS, Artifact Registry)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52044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520440"/>
            <a:ext cx="109728" cy="9601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94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5  Write config (ports, env; secrets from Secret Manager)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52044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520440"/>
            <a:ext cx="109728" cy="9601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794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6  Configure process manager (systemd / Supervisor)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66344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663440"/>
            <a:ext cx="109728" cy="9601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937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7  Start &amp; enable service on boot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663440"/>
            <a:ext cx="56235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663440"/>
            <a:ext cx="109728" cy="9601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937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8  Verify health (curl /health, check logs)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3.6  Fancy Store / lab parallel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Startup script = CM in Bash 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113385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36576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Same pattern as Ansible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11018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apt-get update &amp; install 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→ install Node.js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→ gsutil cp application from bucket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→ configure Supervisor to keep process alive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→ run as user nodeapp (not root)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Ansible expresses the same intent as readable, reusable, idempotent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21208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285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Food-delivery fleets bake golden images so new VMs boot almost ready.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3.7  Images vs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Two strategies to get servers ready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57784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4114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A — Bootstrap at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5257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Generic OS image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Startup script / Ansible at boot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Flexible; slower cold start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More moving parts at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53212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91440" cy="411480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89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B — Golden / baked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73736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Packer + Ansible bake packages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VM boots nearly ready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Faster scale-out for peaks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Requires image versioning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Writing &amp; Managing Infrastructure as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Write → Git → Review → Plan → Apply →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Why plan-before-apply saves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Project layout, remote state, 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PR checklist &amp; CI/CD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4.1  The standard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Memorise exactly — MiD1 Q.12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46304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463040"/>
            <a:ext cx="1828800" cy="1005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91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7432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Author .tf / templates / playbooks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146304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1463040"/>
            <a:ext cx="1828800" cy="1005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691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Version
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7432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Commit on a Git feature branch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146304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1463040"/>
            <a:ext cx="1828800" cy="1005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399" y="1691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7" y="27432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Pull request / peer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19" y="146304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19" y="1463040"/>
            <a:ext cx="1828800" cy="1005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1691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7" y="27432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Preview creates / changes / destroys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146304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1463040"/>
            <a:ext cx="1828800" cy="10058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1691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7" y="27432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Execute approved changes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1463040"/>
            <a:ext cx="18288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49840" y="1463040"/>
            <a:ext cx="1828800" cy="1005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16916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568" y="2743200"/>
            <a:ext cx="1600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Health checks &amp; smoke tests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530352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37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86A4C"/>
                </a:solidFill>
                <a:latin typeface="Calibri"/>
              </a:rPr>
              <a:t>Real life:  Skip any step and you invite drift, accidents, or unverified outages.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4.2  Why “Plan before Apply”?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7-mark safety 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1828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Plan answers before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11018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Will this destroy a database?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Will this replace a VM (downtime)?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Did I accidentally remove a firewall rule?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91840"/>
            <a:ext cx="11338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291840"/>
            <a:ext cx="91440" cy="2560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401568"/>
            <a:ext cx="11018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Scare story (exam-friendly)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749040"/>
            <a:ext cx="11018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Engineer renames a Terraform resource without a state move.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Plan shows: destroy old DB + create new empty DB.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Without reading the plan, apply would be catastrophic.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Plan-before-apply is production safety — not bureaucracy.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4.3  Typical Terraform project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Modules = write once, reuse often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234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providers.tf / versions.tf — provider + required_version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11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main.tf / network.tf — resources (split by concern)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variables.tf — input declarations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outputs.tf — LB IP, instance names…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146304" cy="146304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43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terraform.tfvars — env values (never commit secrets)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20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modules/network · modules/compute — reusable blocks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4.4  Remote state, secrets &amp; PR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Team safety essentials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54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Remote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GCS / S3 backend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Locking enabled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Tight IAM on bucket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Separate state per env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Survive laptop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344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34440"/>
            <a:ext cx="91440" cy="47548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441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Secrets — never in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69164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 API keys / passwords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 SA JSON key files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Use Secret Manager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Short-lived identities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CI injects at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34440"/>
            <a:ext cx="35661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34440"/>
            <a:ext cx="91440" cy="47548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PR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691640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Least-privilege firewalls?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Open SSH 0.0.0.0/0?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DB deletion protection?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Cost / machine size OK?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Unexpected destroys?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4.5  Stateful vs stateless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Read the plan harder for databases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57784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371600"/>
            <a:ext cx="91440" cy="3931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48132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Stateless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828800"/>
            <a:ext cx="5257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Web frontends behind LB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Rolling replace 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New template version → scale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Easier to recreate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5321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91440" cy="39319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481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Stateful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82880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Databases &amp; unique disks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Replace can mean data loss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Use snapshots / PITR (Unit II)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Extra caution on every plan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4.6  IaC meets CI/CD (Unit V preview)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Automation after human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640080" cy="731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813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4813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Developer opens PR with Terraform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48839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48839"/>
            <a:ext cx="640080" cy="7315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5000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35000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CI runs fmt · validate · plan (comment on PR)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640080" cy="7315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186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218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Human review + approval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8620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640080" cy="7315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0873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873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CD applies to Staging automatically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79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754879"/>
            <a:ext cx="640080" cy="73152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95604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95604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Production apply may need a manual approval gate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DA5A0"/>
                </a:solidFill>
                <a:latin typeface="Calibri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Versioning &amp; Scaling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Git tags, pins, immutable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Parameterise counts &amp; autoscaling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Dev → Staging → Prod promotion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→  Checklists and anti-patterns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5.1  Versioning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Immutable mindset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Git as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73736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History, blame, collaboration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91440" cy="2148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Small clear PRs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173736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Reviewable intent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28016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280160"/>
            <a:ext cx="91440" cy="2148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Tag releases v1.0.0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7" y="173736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Correlate app ↔ infra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91440" cy="2148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Pin provider/modules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1148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 surprise breakage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657600"/>
            <a:ext cx="91440" cy="214884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Immutable artifacts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1148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New image &gt; mutate 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3657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657600"/>
            <a:ext cx="91440" cy="2148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7" y="3767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Document breaking changes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7" y="411480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Team knows migrations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5.2  Scaling with IaC — not copy-paste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Capacity is a 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47548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34416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691640"/>
            <a:ext cx="5257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Parameterise instance_count / MIG size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Encode autoscaling (CPU targets)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Horizontal scale behind LB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Vertical scale carefully via variables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Multi-zone flags for HA (Unit II)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Same module; different env sizes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91440" cy="47548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3441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Peak event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Normal week: MIG size = 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Result day / sale: size = 12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Same Terraform — new tfvars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After peak: scale down (FinOps)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Without IaC = panic click marathon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5.3  Environment promotion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Dev → Staging →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3611880" cy="822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51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Break things cheaply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Small counts · fast iteration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63040"/>
            <a:ext cx="3611880" cy="822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651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Production-like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Same modules · sale rehearsal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46304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463040"/>
            <a:ext cx="3611880" cy="8229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51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Extra approvals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Scale params · careful plans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5.4  Operational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Printable habits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 Git is source of truth — minimise long-lived console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 Always plan before apply in shared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 Remote state + locking for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 No secrets in 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 Modules for reuse; variables for differences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 Labels/tags for ownership and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 Deletion protection + backups for data stores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[  ]  DR runbook includes “re-apply IaC” (Unit II)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5.5  Anti-patterns to avoid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Write these as “Avoid …” in exams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109728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990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Click in console and never update code → permanent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109728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1762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One gigantic root module nobody understands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109728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535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“God” credentials in plaintext committed tfvars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109728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30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terraform apply to prod from a laptop with no plan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4340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109728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0799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IaC only on day 1, then forever SSH snowflake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112471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109728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852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Copy-pasting 50 near-identical blocks instead of count/modules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D4A017"/>
                </a:solidFill>
                <a:latin typeface="Calibri"/>
              </a:rPr>
              <a:t>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Real-life examples for 7-mark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Quote one case + tool choice + workflow step for full marks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Real-life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Use these stories in long answers &amp;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109728" cy="1463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Campus result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Same Terraform module; bump MIG size on result day; scale down after.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Scale is a variable — not a click marathon.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88036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80360"/>
            <a:ext cx="109728" cy="14630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Food delivery dinner peak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Terraform autoscaling + golden image / Ansible so new VMs match.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Provisioning + configuration both required.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52628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526280"/>
            <a:ext cx="109728" cy="14630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UPI / payments (low RTO)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DR runbook: restore data + re-apply IaC in another zone/region.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IaC accelerates Disaster Recovery.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Real-life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Use these stories in long answers &amp; viva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109728" cy="1463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E-commerce festival sale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Staging clones prod shape; PR catches open security group pre-sale.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94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Review + plan prevent festival disasters.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88036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880360"/>
            <a:ext cx="109728" cy="14630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175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Startup console drift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Rewrite architecture into Terraform; ban long-lived click-ops.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Tribal knowledge becomes onboarding.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526280"/>
            <a:ext cx="113385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526280"/>
            <a:ext cx="109728" cy="14630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DB destroy caught by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Rename shows destroy/create; reviewer blocks; state move instead.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A6B7C"/>
                </a:solidFill>
                <a:latin typeface="Calibri"/>
              </a:rPr>
              <a:t>Teaching point: Plan-before-apply saves production.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Exam Rapid Revision — Sheet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Definitions &amp; distinctions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188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IaC = infra as versioned machine-readable code (not console click-ops)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59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74519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Declarative = WHAT desired state · Imperative = HOW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60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Idempotent = safe re-apply · Drift = actual ≠ desired in Git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Provisioning creates cloud resources · CM configures software on hosts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Terraform: multi-cloud, HCL, state, plan/apply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09160"/>
            <a:ext cx="146304" cy="146304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CloudFormation: AWS-only, YAML/JSON, stacks &amp; change sets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146304" cy="14630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Ansible: CM playbooks, YAML, agentless SSH push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Exam Rapid Revision — Sheet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Workflow · practices · must-say phrases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188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Workflow: Write → Git → Review → Plan → Apply → Verify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59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74519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Plan before apply prevents accidental DB destroy / costly mistakes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60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CM 8 steps: packages → runtime → user → artifacts → config → PM → start → health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Version: Git tags, pin versions, immutable images/templates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31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Scale: parameterise counts, autoscaling, Dev→Staging→Prod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09160"/>
            <a:ext cx="146304" cy="1463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Must-say: Git is source of truth · Plan before apply · TF provisions / Ansible configures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146304" cy="146304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Link Unit II: backups restore data; IaC rebuilds shape → lower RTO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MiD1 Unit III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Q.9–Q.12 → which slides to revise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385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Q.9  [7]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371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What is IaC? Why over console? Benefits + one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A5A0"/>
                </a:solidFill>
                <a:latin typeface="Calibri"/>
              </a:rPr>
              <a:t>Topics 1 +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23160"/>
            <a:ext cx="113385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Q.10 [7]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560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Compare Terraform / CloudFormation / Ansible +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A5A0"/>
                </a:solidFill>
                <a:latin typeface="Calibri"/>
              </a:rPr>
              <a:t>Topic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11880"/>
            <a:ext cx="113385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Q.11 [7]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749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CM vs provisioning · Ansible · server setup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886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A5A0"/>
                </a:solidFill>
                <a:latin typeface="Calibri"/>
              </a:rPr>
              <a:t>Topic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800600"/>
            <a:ext cx="113385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Q.12 [7]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937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Workflow · versioning/scaling · plan-before-apply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074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DA5A0"/>
                </a:solidFill>
                <a:latin typeface="Calibri"/>
              </a:rPr>
              <a:t>Topics 4–5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17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3D9BE0"/>
                </a:solidFill>
                <a:latin typeface="Calibri"/>
              </a:rPr>
              <a:t>Ship infrastructure like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65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III  ·  Infrastructure as Code (IaC)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109728" cy="8229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984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Code is the blueprint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If it is not in Git, it is not the source of truth.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4884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48840"/>
            <a:ext cx="109728" cy="8229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585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Plan before 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Preview destroys and replacements before production feels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09728" cy="8229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2186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Split the layers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Terraform/CFN provision; Ansible configures — use both when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6908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109728" cy="822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788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Parameterise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Result day / sale capacity is a variable — then scale back down.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09728" cy="822960"/>
          </a:xfrm>
          <a:prstGeom prst="rect">
            <a:avLst/>
          </a:prstGeom>
          <a:solidFill>
            <a:srgbClr val="1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389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IaC helps DR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Restore data + re-apply infra code to cut RTO (Unit II link).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3D9BE0"/>
                </a:solidFill>
                <a:latin typeface="Calibri"/>
              </a:rPr>
              <a:t>Questions · Pick a case · Map it to a tool + workflow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Unit III — Introduction to Infrastructure as Code (IaC)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Pair with: notes/unit-3/CC-II-Unit-III-Infrastructure-as-Code.txt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Lab link: Practical 7 — Terraform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FIT &amp; CS, Parul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