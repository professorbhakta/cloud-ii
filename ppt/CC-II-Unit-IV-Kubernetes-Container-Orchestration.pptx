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DA5A0"/>
                </a:solidFill>
                <a:latin typeface="Calibri"/>
              </a:rPr>
              <a:t>CLOUD COMPUTING – II  ·  UNIT 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Kubernetes &amp; Container</a:t>
            </a:r>
          </a:p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Complete classroom deck  ·  Syllabus topics with subtopics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Architecture  ·  Cluster setup  ·  Deploy  ·  Networking  ·  Scale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GKE · kubectl · Services · Ingress · HPA · exam revision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FIT &amp; CS  ·  Parul University  ·  Weightage 15%  ·  7 hours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By the end of Unit IV you should be able to…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1417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Define Kubernetes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Explain why containers need an orchestrator at cluster 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80160"/>
            <a:ext cx="91440" cy="14173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3898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Draw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7373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Control plane vs worker nodes — API Server, Scheduler, etcd, kubelet.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803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880360"/>
            <a:ext cx="91440" cy="14173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9900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Set up a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3375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Create &amp; connect to GKE (Autopilot/Standard); use namespaces.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8803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880360"/>
            <a:ext cx="91440" cy="1417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9900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Deploy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3375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Image → registry → Deployment → Service; rolling update &amp; rollback.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4805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480560"/>
            <a:ext cx="91440" cy="1417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5902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Expose traffic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9377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Service types + Ingress; why Pod IPs are ephemeral.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4805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480560"/>
            <a:ext cx="91440" cy="14173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5902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Monitor &amp;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9377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HPA, cluster capacity, logs/metrics; Practical 4 &amp; 10 mindset.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Unit IV Syllabus —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Five syllabus topics  ·  each expanded with subtopics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822960" cy="777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4630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Introduction to Kubernetes &amp; its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488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822960" cy="777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77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377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Setting Up &amp; Managing Kubernetes Clusters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632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63240"/>
            <a:ext cx="822960" cy="7772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2918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Deploying Applications on Kubernetes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77639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77639"/>
            <a:ext cx="822960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062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0623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Kubernetes Networking &amp; Load Balancing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920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892040"/>
            <a:ext cx="822960" cy="77724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20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120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Monitoring &amp; Scaling Kubernetes Workloads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Introduction to Kubernetes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Problem K8s solves · definition · containers vs VMs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Control plane + worker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Must-know objects · desired vs actual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GKE Autopilot vs Standard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1.1  What problem does Kubernetes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One container is easy — hundreds across machines is 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2801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Without an orchestrator you must manually…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Decide which server runs which container · Restart crashed containers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Scale before traffic spikes · Route users to healthy instances · Roll out without downtime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74320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91440" cy="15544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8529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Placement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2004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Which node runs which container?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74320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743200"/>
            <a:ext cx="91440" cy="15544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28529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Self-healing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2004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Restart when a container dies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274320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2743200"/>
            <a:ext cx="91440" cy="1554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7" y="28529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Scaling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7" y="32004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Add/remove replicas under 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48056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480560"/>
            <a:ext cx="91440" cy="15544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Networking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937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Stable access as Pod IPs change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48056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480560"/>
            <a:ext cx="91440" cy="155448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Updates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937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New version with near-zero downtime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448056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4480560"/>
            <a:ext cx="91440" cy="15544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7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Ops at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7" y="4937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Hundreds of containers, many machines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1.2  What is Kubernetes? (exam definition)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Write this in long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20116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Kubernetes is an open-source container orchestration platform that automates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the deployment, scaling, networking, and management of containerized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applications across a cluster of machines.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One line: “Kubernetes is the operating system for your containers at cluster scale.”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47472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474720"/>
            <a:ext cx="91440" cy="2468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58444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Origin (viva)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931920"/>
            <a:ext cx="5166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Built by Google, inspired by Borg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Now maintained by the CNCF community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Often abbreviated K8s (K + 8 letters + 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474720"/>
            <a:ext cx="56235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474720"/>
            <a:ext cx="91440" cy="2468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584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Skills transfer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9319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GKE (GCP) · EKS (AWS) · AKS (Azure)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Same core objects: Pod, Deployment, Service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works across managed Kubernetes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1.3  Container vs VM vs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Quick orientation for exams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7033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43891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Virtual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Full OS guest on a hypervisor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Heavier · slower start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Strong isolation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Good for legacy / full OS needs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7033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91440" cy="43891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73736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App + deps share host kernel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Light · fast start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Packaged as an image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Docker / containerd run them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5661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80160"/>
            <a:ext cx="91440" cy="43891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3898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Kubernetes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73736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Schedules &amp; manages many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containers across nodes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Self-healing · scale · LB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Containers package; K8s operates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85216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925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Exam tip: Containers package the app; Kubernetes runs fleets of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1.4  Why Unit IV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Course story arc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3703320" cy="6400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Unit I–II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Design well · recover when infra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Principles · DR · RTO/RPO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703320" cy="6400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Unit III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Create infrastructure as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Terraform can create GKE too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37160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371600"/>
            <a:ext cx="3703320" cy="6400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Unit IV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228600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Run microservices as containers at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42062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Orchestration · you are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1.5  Architecture — Control plane + worker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Draw this in 7-mark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0515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Cluster = control plane (brain) + worker nodes (muscle)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Users / kubectl talk to the API Server; controllers keep desired state true on nodes.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68880"/>
            <a:ext cx="27889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468880"/>
            <a:ext cx="91440" cy="16916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578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API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926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Front door for kubectl / controllers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2468880"/>
            <a:ext cx="27889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2468880"/>
            <a:ext cx="91440" cy="16916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2578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Scheduler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2926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Picks which node runs a Pod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468880"/>
            <a:ext cx="27889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468880"/>
            <a:ext cx="91440" cy="16916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578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Controller Mgr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2926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Reconciles desired vs actual 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2468880"/>
            <a:ext cx="27889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20" y="2468880"/>
            <a:ext cx="91440" cy="16916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0888" y="2578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etcd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2926080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Distributed store of cluster state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343400"/>
            <a:ext cx="37033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343400"/>
            <a:ext cx="91440" cy="169164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44531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kubelet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480060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Agent on each node — runs Pods as instructed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343400"/>
            <a:ext cx="37033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4343400"/>
            <a:ext cx="91440" cy="16916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8848" y="44531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kube-proxy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480060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Helps implement Service networking / LB rules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4343400"/>
            <a:ext cx="37033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3879" y="4343400"/>
            <a:ext cx="91440" cy="16916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85047" y="44531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Runtime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7" y="480060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containerd / Docker — actually starts containers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1.6  Must-know objects (vocabulary)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Memorise names + one-line meaning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91440" cy="2148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89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3736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Smallest unit — one+ containers sharing net/volumes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280160"/>
            <a:ext cx="91440" cy="2148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389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73736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Desired replicas + rolling updates / rollbacks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801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91440" cy="2148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389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ReplicaSet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73736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Keeps N identical Pods (owned by Deployment)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2801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280160"/>
            <a:ext cx="91440" cy="2148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389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173736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Stable VIP/DNS in front of changing Pods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657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657600"/>
            <a:ext cx="91440" cy="2148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767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Namespace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11480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Virtual slice for isolation (dev / prod / team)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3657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3657600"/>
            <a:ext cx="91440" cy="2148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3008" y="3767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ConfigMap / Secret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411480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Non-secret config / sensitive data for Pods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657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657600"/>
            <a:ext cx="91440" cy="2148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3767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Ingress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11480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HTTP(S) host/path routing to Services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3657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3657600"/>
            <a:ext cx="91440" cy="2148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45168" y="3767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PV / PVC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411480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Durable storage claim for Pods needing disks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1.7  Desired state vs actual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Same declarative idea as Terraform (Unit III)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577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38404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You declare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5257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“I want 3 replicas of hello-app image v2”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Stored as Deployment / YAML in Git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Controllers watch and reconcile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If a Pod crashes → replacement appears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53212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91440" cy="38404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89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Self-healing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73736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Controllers continuously compare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desired state vs actual state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Create / replace / delete until match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 phrase: “Desired state reconciled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by controllers (self-healing)”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39496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468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Link Unit III: Terraform declares cloud resources; Kubernetes declares app replicas.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1.8  GKE — managed Kubernetes on Google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Autopilot vs Standard (exam comparison)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143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What is GKE?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Google Kubernetes Engine: Google runs the control plane; you deploy workloads.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Open-source Kubernetes skills transfer to EKS / AKS / on-prem.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606040"/>
            <a:ext cx="55778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91440" cy="329184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7157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Autopilot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063240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Google manages nodes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Pay for Pod resource requests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Opinionated safe defaults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Best for most labs &amp; many prod apps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gcloud container clusters create-auto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06040"/>
            <a:ext cx="55321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06040"/>
            <a:ext cx="91440" cy="3291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7157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0632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You size / manage node pools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Pay for node VMs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More flexibility (GPUs, custom machines)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Best when you need special hardware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gcloud container clusters create 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Setting Up &amp; Managing Clusters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Big-picture setup steps · prerequisites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Create Autopilot / Standard · get-credentials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Release channels · namespaces · node 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Security baseline · IaC link (Unit III)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2.1  Cluster setup —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Practical 4 mindset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3703320" cy="5943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Project / billing / region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703320" cy="5943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48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Enable APIs (Compute, GKE, Artifact Registry)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80160"/>
            <a:ext cx="3703320" cy="5943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2148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Create cluster (Autopilot or Standard)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657600"/>
            <a:ext cx="3703320" cy="5943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2628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get-credentials → kubeconfig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657600"/>
            <a:ext cx="3703320" cy="59436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52628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Verify: kubectl get nodes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657600"/>
            <a:ext cx="3703320" cy="5943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9" y="452628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Namespaces + pull permissions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2.2  Prerequisites (lab / Practical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Tools &amp; APIs before create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6634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You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Google Cloud project with billing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Tools: gcloud, kubectl, docker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(Cloud Shell already has these)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Enabled APIs: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· Compute Engine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· Kubernetes Engine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· Artifact Registry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6634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Config sketch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export PROJECT_ID=your-project-id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gcloud config set project $PROJECT_ID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gcloud config set compute/region REGION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Then create cluster + get-credentials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Creation takes several minutes while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control plane and nodes become healthy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2.3  Creating a cluster on GKE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Know the idea — exact flags may vary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1148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Autopilot (recommended for labs)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gcloud container clusters create-auto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hello-cluster --region=REGION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Google manages nodes for you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Focus on Deployments &amp;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114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Standard (more control)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gcloud container clusters create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hello-cluster --num-nodes=3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--region=REGION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You choose node count / machine type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Enable node auto-repair / auto-upgrade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57784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650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Exam line: Managing a cluster = healthy control plane + nodes + correct credentials + namespaces.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2.4  Connecting kubectl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get-credentials writes kubeconfig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8288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gcloud container clusters get-credentials hello-cluster --region=REGION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Then: kubectl get nodes · kubectl cluster-info · kubectl get namespaces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91840"/>
            <a:ext cx="55778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91840"/>
            <a:ext cx="91440" cy="26517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4015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What happens?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749040"/>
            <a:ext cx="5257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Entry written into kubeconfig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talks to that cluster’s API Server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All later apply / get / logs use this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91840"/>
            <a:ext cx="55321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91440" cy="26517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015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Verify 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74904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Nodes should show Ready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If Pending Pods later → check capacity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describe / events explain failures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2.5  Release channels &amp; upgrades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Managing versions without surprise downtime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22860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Rapid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Latest features — good for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91440" cy="2286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Regular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7373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Balance of new features &amp; stability (common default)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80160"/>
            <a:ext cx="91440" cy="22860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7373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Slowest, most conservative upgrades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794760"/>
            <a:ext cx="11338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794760"/>
            <a:ext cx="91440" cy="21945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90448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Management practices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251960"/>
            <a:ext cx="11018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Prefer regional clusters for higher control-plane availability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Set maintenance windows so upgrades do not surprise exam / result day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Test on non-prod first · keep kubectl client close to cluster version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2.6  Namespaces &amp; node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Organise workloads · maintain nodes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6634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Namespaces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Virtual areas inside one cluster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create namespace staging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create namespace production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get pods -n staging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apply -f app.yaml -n production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Separate teams, envs, or noisy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6634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Node ops (Standard)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drain NODE — evacuate before maintenance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cordon NODE — stop scheduling new Pods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uncordon NODE — accept Pods again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Autopilot: Google handles much of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node repair / scaling for you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2.7  Security baseline &amp; IaC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Production habits + Unit III connection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6634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Security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Least-privilege IAM for get-credentials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Private nodes / authorised networks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Workload Identity (avoid long-lived keys)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NetworkPolicies for Pod-to-Pod 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Image scanning in Artifact Registry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6634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IaC link (Unit III)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Prod teams often create GKE with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 (google_container_cluster)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Git is source of truth for cluster shape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Then kubectl/Helm declare apps inside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Two declarative layers: infra + workloads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Deploying Applications on Kubernetes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Image → registry → Deployment →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Pods, labels, declarative 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Rolling updates &amp; rollbacks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ConfigMaps, Secrets, health probes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3.1  Deployment pipeline (container 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Standard path for Practical 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3703320" cy="5943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Write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Code + Dockerfile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703320" cy="5943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Build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48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docker build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80160"/>
            <a:ext cx="3703320" cy="5943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Push 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2148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Artifact Registry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657600"/>
            <a:ext cx="3703320" cy="5943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2628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replicas + template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657600"/>
            <a:ext cx="3703320" cy="59436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Expose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52628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ClusterIP / LB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657600"/>
            <a:ext cx="3703320" cy="5943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9" y="452628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pods · logs · IP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3.2  Container images &amp; Artifact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GKE pulls images from a registry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1887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On GCP, Artifact Registry is the modern image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Create repo → docker build/tag → configure-docker → push → grant pull permission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65176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51760"/>
            <a:ext cx="91440" cy="3200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7614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Build &amp; push (conceptual)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108960"/>
            <a:ext cx="5257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docker build -t REGION-docker.pkg.dev/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PROJECT/hello-repo/hello-app:v1 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gcloud auth configure-docker …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docker push …/hello-app:v1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51760"/>
            <a:ext cx="55321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51760"/>
            <a:ext cx="91440" cy="32004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7614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Permission tip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10896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Grant node / GKE service account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reader role on the repository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Without pull rights → ImagePullBackOff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Check: kubectl describe pod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3.3  Pods &amp; Deployments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How apps are usually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6634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Pod — smallest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Usually one main container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(sometimes a helper sidecar)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Pods are mortal — if a node dies,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that Pod’s IP is gone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Controllers recreate Pods;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never treat a Pod IP as permanent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6634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Deployment — usual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Owns Pod template + replica 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Imperative lab: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create deployment hello-app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--image=…/hello-app:v1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scale deployment hello-app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--replicas=3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Prefer declarative YAML in Git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3.4  Declarative Deployment 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Show this pattern in exams / labs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7091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hello-deployment.yaml (shape)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apiVersion: apps/v1   kind: Deployment   metadata.name: hello-app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spec.replicas: 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spec.selector.matchLabels.app: hello-app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template.metadata.labels.app: hello-app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template.spec.containers[0].image: …/hello-app:v1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template.spec.containers[0].ports.containerPort: 8080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apply -f hello-deployment.yaml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3.5  Labels, selectors &amp; rolling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Services find Pods by 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3108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Labels &amp; selectors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Labels = key/value tags (app=hello-app)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Deployments &amp; Services use selectors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 find matching Pods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Inconsistent labels → Service finds nothing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31089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Rolling 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Build/push hello-app:v2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set image deployment/hello-app …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rollout status deployment/hello-app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Old Pods gradually replaced; Service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sends traffic only to Ready Pods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7200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572000"/>
            <a:ext cx="91440" cy="13716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468172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Rollback if v2 is bad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029200"/>
            <a:ext cx="11018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rollout undo deployment/hello-app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rollout history deployment/hello-app  ·  Fast reverse without SSH into machines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3.6  ConfigMaps, Secrets &amp; health probes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Config without rebuild · Ready before traffic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37033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6634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ConfigMap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Non-secret config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Feature flags, env vars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nginx snippets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Inject without rebuilding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34440"/>
            <a:ext cx="37033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91440" cy="46634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Secret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6916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Passwords, tokens, keys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Base64 in etcd at rest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Still protect with IAM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Do not commit prod secrets to Git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34440"/>
            <a:ext cx="35661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34440"/>
            <a:ext cx="91440" cy="46634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3441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Probes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691640"/>
            <a:ext cx="3246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Liveness → restart if dead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Readiness → remove from Service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until ready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Startup → slow booters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Without readiness, users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may hit booting Pods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3.7  Common kubectl deploy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Lab cheat sheet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109728" cy="685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280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kubectl apply -f FILE.yaml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3533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Create / update from manifest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011680"/>
            <a:ext cx="109728" cy="6858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03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kubectl get pods,deploy,svc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1762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List key objects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3464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109728" cy="6858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kubectl describe pod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9992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Events — why Pending / CrashLoop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109728" cy="685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49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kubectl logs POD [-c CONTAINER]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8221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Application logs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8056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109728" cy="6858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72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kubectl exec -it POD -- /bin/sh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645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Debug shell (use carefully)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0352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03520"/>
            <a:ext cx="109728" cy="685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394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kubectl delete -f FILE.yaml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4681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Remove resources in file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Kubernetes Networking &amp; Load Balancing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Why Pod IPs are not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Service types (memorise)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Ingress HTTP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NetworkPolicy brief · CE vs GKE comparison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4.1  The core networking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Pods change — clients need stability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4630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Pods get cluster IPs that change when Pods are recreated.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Clients need a stable way to reach “the hello-app” as Pods come and 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017520"/>
            <a:ext cx="370332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017520"/>
            <a:ext cx="91440" cy="28346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1272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47472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Stable virtual IP + DNS → set of Pods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Must-say: Pod IPs are ephemeral —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Services give stability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017520"/>
            <a:ext cx="370332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017520"/>
            <a:ext cx="91440" cy="28346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1272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Ingress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47472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HTTP(S) host/path routing → Services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Must-say: Pod IPs are ephemeral —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Services give stability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017520"/>
            <a:ext cx="370332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3017520"/>
            <a:ext cx="91440" cy="28346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7" y="31272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Cloud LB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7" y="347472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LoadBalancer type → cloud provisions external LB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Must-say: Pod IPs are ephemeral —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Services give stability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4.2  Cluster DNS &amp; Service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Memorise the four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0972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DNS inside the 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hello-app.default.svc.cluster.local  ·  same namespace often just: hello-app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606040"/>
            <a:ext cx="27889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91440" cy="3291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7157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ClusterIP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0632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Internal only (default)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Use: Backend microservices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606040"/>
            <a:ext cx="27889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606040"/>
            <a:ext cx="91440" cy="3291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27157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NodePort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30632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Node IP + high 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Use: Labs / simple exposure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06040"/>
            <a:ext cx="27889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606040"/>
            <a:ext cx="91440" cy="3291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7157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LoadBalancer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0632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External IP via cloud LB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Use: Public web / APIs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606040"/>
            <a:ext cx="27889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606040"/>
            <a:ext cx="91440" cy="3291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27157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ExternalName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30632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CNAME to external name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Use: Point outside the cluster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4.3  Expose publicly + port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Lab classic LoadBalancer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22860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Expose (imperative lab)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expose deployment hello-app --name=hello-app-service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--type=LoadBalancer --port=80 --target-port=8080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get service   → wait until EXTERNAL-IP leaves &lt;pending&gt;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49039"/>
            <a:ext cx="11338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749039"/>
            <a:ext cx="91440" cy="21945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858767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Port mapping mental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206239"/>
            <a:ext cx="11018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User → LoadBalancer port 80 → Service → Pod targetPort 8080 (container)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Always match containerPort in the Pod with targetPort on the Service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4.4  How load balancing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Ready endpoints join the pool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5778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43891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Service selects Pods by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kube-proxy / dataplane distributes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connections across Ready endpoints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When HPA adds Pods, they join the pool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once Ready (readiness probes matter)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Unready Pods do not receive traffic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5321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91440" cy="43891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89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Real-life parallel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7373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UPI-style stack: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Ingress terminates TLS at the 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Routes /pay to payments ClusterIP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payments Pods stay private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Only Ingress / LB edge is public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4.5  Ingress — HTTP(S)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One entry · many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3716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Example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api.example.com/orders → orders-service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api.example.com/pay → payments-service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34640"/>
            <a:ext cx="5577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834640"/>
            <a:ext cx="91440" cy="3108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9443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291840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One external entry, many services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Host / path based routing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TLS termination with certificates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(production pattern)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34640"/>
            <a:ext cx="55321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34640"/>
            <a:ext cx="91440" cy="31089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9443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Exam contrast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2918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Service LoadBalancer → often 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LB per service (simple)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Ingress → shared HTTP routing layer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(microservices friendly)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4.6  NetworkPolicy &amp; CE vs GKE networking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Brief advanced note + Unit II lab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6634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NetworkPolicy (brief)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By default many clusters allow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wide Pod-to-Pod traffic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NetworkPolicy can restrict who may talk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(zero-trust style)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Important for multi-tenant &amp; 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6634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Compute Engine vs GKE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CE: firewall rules + VM IPs +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HTTP(S) LB + MIG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GKE: Services / Ingress + Pod IPs +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 LB via Service type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Same goal (reach healthy backends);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different abstraction level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Monitoring &amp; Scaling Workloads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Why monitor · metrics / logs / traces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HPA (Horizontal Pod Autoscaler)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Cluster / node scaling · VPA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Alerting · logging · peak events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5.1  Why monitoring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Orchestration hides machines — you must watch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2148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Restarts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CrashLoopBackOff / restart storms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Practical 10 focus: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monitor &amp; log K8s workloads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91440" cy="2148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Saturation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73736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CPU &amp; memory pressure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Practical 10 focus: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monitor &amp; log K8s workloads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80160"/>
            <a:ext cx="91440" cy="2148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73736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Request latency &amp; error 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Practical 10 focus: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monitor &amp; log K8s workloads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657600"/>
            <a:ext cx="91440" cy="2148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67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1148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NotReady · disk pressure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Practical 10 focus: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monitor &amp; log K8s workloads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657600"/>
            <a:ext cx="91440" cy="214884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767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Rollouts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1148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Deployment rollout health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Practical 10 focus: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monitor &amp; log K8s workloads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657600"/>
            <a:ext cx="91440" cy="2148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3767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41148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Pods Pending too long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Practical 10 focus: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monitor &amp; log K8s workloads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5.2  Signals — metrics, logs,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Cloud Operations on GKE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45720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CPU, memory, RPS, latency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Feed HPA and dashboards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top nodes / pods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(needs metrics-server)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91440" cy="4572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73736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stdout / stderr from containers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logs · Cloud Logging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12-factor: log to stdout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Filter by labels / namespaces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5661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80160"/>
            <a:ext cx="91440" cy="4572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3898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Traces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73736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Request path across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microservices (APM)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Advanced but useful for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payment / checkout flows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5.3  Useful observability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Diagnose before you guess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109728" cy="822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4416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kubectl get pods -o wide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45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Where Pods run · IPs · nodes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9456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109728" cy="8229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0428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kubectl describe pod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606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Events explain Pending / OOMKilled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54680"/>
            <a:ext cx="109728" cy="8229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26440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kubectl top nodes / pods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CPU &amp; memory snapshot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109728" cy="822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2452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kubectl logs deploy/hello-app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App output / errors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7492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074920"/>
            <a:ext cx="109728" cy="82296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8464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kubectl get events --sort-by=…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Recent cluster events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5.4  Horizontal Pod Autoscaler (HPA)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Scale Pods — not VMs (by default)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4630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Command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kubectl autoscale deployment hello-app --cpu-percent=80 --min=1 --max=5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If average CPU &gt; target → add Pods (up to max) · load drops → remove (down to min)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926080"/>
            <a:ext cx="55778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926080"/>
            <a:ext cx="91440" cy="3017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3580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Behaviour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383280"/>
            <a:ext cx="5257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Needs metrics (metrics-server /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 Monitoring)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Set resource requests/limits so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scheduler &amp; autoscaler know needs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Analogy: MIG scales VMs; HPA scales Pods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5321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91440" cy="30175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0358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Peak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38328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Result day / festival sale: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raise HPA max; ensure cluster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can add nodes; watch error 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After peak: let HPA scale down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(FinOps — avoid idle spend)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5.5  Cluster / node scaling &amp; VPA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When Pods are Pending — capacity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6634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Node / cluster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Autopilot: Google adds capacity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based on Pod requests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Standard: Cluster Autoscaler /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node auto-provisioning can add nodes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HPA scales Pods;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cluster autoscaler scales nodes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6634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Vertical Pod Autoscaler (brief)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VPA suggests or applies higher/lower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CPU/memory requests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Often combined carefully with HPA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(advanced — know the idea)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Exam: name HPA first; mention VPA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as vertical alternative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5.6  Alerting &amp; logging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Page on symptoms users feel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109728" cy="6400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990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CrashLoopBackOff / high restart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109728" cy="6400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1762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Elevated 5xx at Ingress /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109728" cy="6400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535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Pod Pending too long (capacity)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109728" cy="6400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307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Node NotReady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4340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43400"/>
            <a:ext cx="109728" cy="64008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079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Apps log to stdout/stderr → Cloud Logging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20640"/>
            <a:ext cx="109728" cy="6400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852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Filter by labels / namespaces per team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Real-life examples for 7-mark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Quote one case + object (Deployment/Service/HPA) + teaching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Real-life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Use these stories in long answers &amp;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109728" cy="1463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Campus result portal on GKE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Container + Deployment + HPA min=2 max=20 + LoadBalancer/Ingress + 5xx alerts.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94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Scale Pods automatically; rolling update content without overnight downtime.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88036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880360"/>
            <a:ext cx="109728" cy="14630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Food delivery microservices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Many Deployments; ClusterIP between services; Ingress at edge; HPA per service; namespaces.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Networking + independent replica counts fit microservices.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52628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526280"/>
            <a:ext cx="109728" cy="14630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UPI / payments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Regional GKE; readiness probes; staged rolling update; fast rollout undo; NetworkPolicy.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Orchestration + probes + rollback protect trust-critical traffic.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Real-life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Use these stories in long answers &amp;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109728" cy="1463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E-commerce festival sale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Same manifests; staging namespace with smaller HPA max; promote image tag after soak.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94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Declarative deploys make environment parity practical.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88036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880360"/>
            <a:ext cx="109728" cy="14630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Batch analytics on Spot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Jobs/CronJobs on Spot nodes; checkpoint to object storage; notify on failure, not every preempt.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Not every workload needs Hot Standby replicas — choose controllers wisely.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52628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526280"/>
            <a:ext cx="109728" cy="14630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Bad image → CrashLoop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describe/logs diagnose; rollout undo; fix ConfigMap; add readiness probe.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Monitoring commands + rollback are daily Kubernetes operations.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Exam Rapid Revision — Sheet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Definitions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188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Kubernetes = container orchestration across a cluster (deploy, scale, network, heal)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59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74519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Control plane: API Server · Scheduler · Controller Manager · etcd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603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Node: kubelet · kube-proxy · container runtime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Pod = smallest unit · Deployment = replicas + rolling updates · Service = stable endpoint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Desired state reconciled by controllers (self-healing)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09160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GKE Autopilot: Google manages nodes, pay per Pod requests · Standard: you manage nodes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9496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Pod IPs ephemeral — Services / Ingress give stability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Exam Rapid Revision — Sheet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Deploy · network · scale · must-say phrases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188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Deploy path: Build image → Registry → Deployment → Service → Verify → (HPA)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59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74519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Rolling update + kubectl rollout undo = safer releases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603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Service types: ClusterIP · NodePort · LoadBalancer · ExternalName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Ingress = HTTP(S) host/path routing (and TLS) to many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HPA scales Pods; cluster autoscaler scales nodes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09160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Must-say: Desired state · ephemeral Pod IPs · Ready before traffic · Practical 4 &amp;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9496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Link Unit III: Terraform creates GKE; Kubernetes YAML declares apps inside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Important exam questions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Q → which topic to revise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39903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What is Kubernetes? Why needed?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Topic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39903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Explain architecture (control plane &amp; nodes)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1600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Topic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46888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06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63347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Pod, Deployment, Service definitions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Topics 1 + 3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46888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606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63347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Set up &amp; connect to a GKE 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Topic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70332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386791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Steps to deploy a containerized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Topic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70332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86791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Rolling update &amp; rollback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Topic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493776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074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10235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Service types · when use Ingress?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Topic 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93776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074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510235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HPA + monitoring · Autopilot vs Standard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Topics 1 + 5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Operate containers like a fleet — not one-by-one SSH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IV  ·  Kubernetes &amp; Container Orchestration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109728" cy="822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984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Declare desired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Controllers reconcile — self-healing is the product.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4884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109728" cy="8229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585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Never trust a Pod 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Expose via Services / Ingress; labels must stay consistent.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09728" cy="8229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186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Ship with rollouts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Rolling update + undo beat overnight manual upgrades.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109728" cy="822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788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Scale with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80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HPA needs metrics; watch Pending Pods for capacity.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09728" cy="82296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38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Two layers with IaC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 shapes the cluster; YAML shapes the apps (Unit III).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D9BE0"/>
                </a:solidFill>
                <a:latin typeface="Calibri"/>
              </a:rPr>
              <a:t>Questions · Pick a case · Map it to Pod / Deployment / Service / HPA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Unit IV — Kubernetes &amp; Container Orchestration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Pair with: notes/unit-4/CC-II-Unit-IV-Kubernetes-Container-Orchestration.txt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Lab links: Practical 4 (setup + deploy + scale) · Practical 10 (monitor + log)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FIT &amp; CS, Parul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